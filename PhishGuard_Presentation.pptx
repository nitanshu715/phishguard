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4157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0996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741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8217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3923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82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2825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8763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3762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7980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141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8540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664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466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3355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4868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8718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12/8/2025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66019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PhishGuard</a:t>
            </a:r>
          </a:p>
        </p:txBody>
      </p:sp>
      <p:sp>
        <p:nvSpPr>
          <p:cNvPr id="3" name="Content Placeholder 2"/>
          <p:cNvSpPr>
            <a:spLocks noGrp="1"/>
          </p:cNvSpPr>
          <p:nvPr>
            <p:ph idx="1"/>
          </p:nvPr>
        </p:nvSpPr>
        <p:spPr/>
        <p:txBody>
          <a:bodyPr/>
          <a:lstStyle/>
          <a:p>
            <a:r>
              <a:t>AI-Powered Real-Time Phishing Protection</a:t>
            </a:r>
          </a:p>
          <a:p>
            <a:endParaRPr/>
          </a:p>
          <a:p>
            <a:r>
              <a:t>By: Nitanshu</a:t>
            </a:r>
          </a:p>
          <a:p>
            <a:r>
              <a:t>Domain: Cybersecurity | AI | Web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Phishing attacks are one of the biggest cybersecurity threats today, causing financial loss, identity theft, and data breaches. Most users unknowingly visit fake websites through emails, ads, and social media links. A fast, real-time solution is needed to stop these attacks instantly.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 Overview</a:t>
            </a:r>
          </a:p>
        </p:txBody>
      </p:sp>
      <p:sp>
        <p:nvSpPr>
          <p:cNvPr id="3" name="Content Placeholder 2"/>
          <p:cNvSpPr>
            <a:spLocks noGrp="1"/>
          </p:cNvSpPr>
          <p:nvPr>
            <p:ph idx="1"/>
          </p:nvPr>
        </p:nvSpPr>
        <p:spPr/>
        <p:txBody>
          <a:bodyPr/>
          <a:lstStyle/>
          <a:p>
            <a:r>
              <a:t>PhishGuard is an AI-powered Chrome extension that detects phishing websites in real-time. It analyzes URLs using a Machine Learning model and alerts users instantly whether the site is Safe, Suspicious, or Malicious.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It Works</a:t>
            </a:r>
          </a:p>
        </p:txBody>
      </p:sp>
      <p:sp>
        <p:nvSpPr>
          <p:cNvPr id="3" name="Content Placeholder 2"/>
          <p:cNvSpPr>
            <a:spLocks noGrp="1"/>
          </p:cNvSpPr>
          <p:nvPr>
            <p:ph idx="1"/>
          </p:nvPr>
        </p:nvSpPr>
        <p:spPr/>
        <p:txBody>
          <a:bodyPr/>
          <a:lstStyle/>
          <a:p>
            <a:r>
              <a:t>1. User opens a website</a:t>
            </a:r>
          </a:p>
          <a:p>
            <a:r>
              <a:t>2. Extension captures URL</a:t>
            </a:r>
          </a:p>
          <a:p>
            <a:r>
              <a:t>3. URL sent to backend</a:t>
            </a:r>
          </a:p>
          <a:p>
            <a:r>
              <a:t>4. ML model analyzes it</a:t>
            </a:r>
          </a:p>
          <a:p>
            <a:r>
              <a:t>5. Result shown to user instantly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lstStyle/>
          <a:p>
            <a:r>
              <a:t>Frontend: HTML, CSS, JavaScript</a:t>
            </a:r>
          </a:p>
          <a:p>
            <a:r>
              <a:t>Backend: Python, Flask</a:t>
            </a:r>
          </a:p>
          <a:p>
            <a:r>
              <a:t>Machine Learning: Random Forest</a:t>
            </a:r>
          </a:p>
          <a:p>
            <a:r>
              <a:t>Tools: Git, GitHub, Chrome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&amp; Benefits</a:t>
            </a:r>
          </a:p>
        </p:txBody>
      </p:sp>
      <p:sp>
        <p:nvSpPr>
          <p:cNvPr id="3" name="Content Placeholder 2"/>
          <p:cNvSpPr>
            <a:spLocks noGrp="1"/>
          </p:cNvSpPr>
          <p:nvPr>
            <p:ph idx="1"/>
          </p:nvPr>
        </p:nvSpPr>
        <p:spPr/>
        <p:txBody>
          <a:bodyPr/>
          <a:lstStyle/>
          <a:p>
            <a:r>
              <a:t>• Real-time phishing detection</a:t>
            </a:r>
          </a:p>
          <a:p>
            <a:r>
              <a:t>• Lightweight Chrome extension</a:t>
            </a:r>
          </a:p>
          <a:p>
            <a:r>
              <a:t>• Privacy-focused</a:t>
            </a:r>
          </a:p>
          <a:p>
            <a:r>
              <a:t>• Easy to use</a:t>
            </a:r>
          </a:p>
          <a:p>
            <a:r>
              <a:t>• Protects users from scams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&amp; Social Impact</a:t>
            </a:r>
          </a:p>
        </p:txBody>
      </p:sp>
      <p:sp>
        <p:nvSpPr>
          <p:cNvPr id="3" name="Content Placeholder 2"/>
          <p:cNvSpPr>
            <a:spLocks noGrp="1"/>
          </p:cNvSpPr>
          <p:nvPr>
            <p:ph idx="1"/>
          </p:nvPr>
        </p:nvSpPr>
        <p:spPr/>
        <p:txBody>
          <a:bodyPr/>
          <a:lstStyle/>
          <a:p>
            <a:r>
              <a:t>PhishGuard reduces online fraud, improves digital safety, and can be used by individuals, businesses, students, and organizations. It has strong potential as a cybersecurity SaaS product.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Scope &amp; Conclusion</a:t>
            </a:r>
          </a:p>
        </p:txBody>
      </p:sp>
      <p:sp>
        <p:nvSpPr>
          <p:cNvPr id="3" name="Content Placeholder 2"/>
          <p:cNvSpPr>
            <a:spLocks noGrp="1"/>
          </p:cNvSpPr>
          <p:nvPr>
            <p:ph idx="1"/>
          </p:nvPr>
        </p:nvSpPr>
        <p:spPr/>
        <p:txBody>
          <a:bodyPr/>
          <a:lstStyle/>
          <a:p>
            <a:r>
              <a:t>Future upgrades include mobile support, deep learning models, and cloud API integration. PhishGuard proves how AI and cybersecurity can be combined to build real-world security products.</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147</TotalTime>
  <Words>260</Words>
  <Application>Microsoft Office PowerPoint</Application>
  <PresentationFormat>On-screen Show (4:3)</PresentationFormat>
  <Paragraphs>30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PhishGuard</vt:lpstr>
      <vt:lpstr>Problem Statement</vt:lpstr>
      <vt:lpstr>Solution Overview</vt:lpstr>
      <vt:lpstr>How It Works</vt:lpstr>
      <vt:lpstr>Technologies Used</vt:lpstr>
      <vt:lpstr>Features &amp; Benefits</vt:lpstr>
      <vt:lpstr>Business &amp; Social Impact</vt:lpstr>
      <vt:lpstr>Future Scope &amp;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Nitanshu Tak</cp:lastModifiedBy>
  <cp:revision>2</cp:revision>
  <dcterms:created xsi:type="dcterms:W3CDTF">2013-01-27T09:14:16Z</dcterms:created>
  <dcterms:modified xsi:type="dcterms:W3CDTF">2025-12-08T06:59:02Z</dcterms:modified>
  <cp:category/>
</cp:coreProperties>
</file>